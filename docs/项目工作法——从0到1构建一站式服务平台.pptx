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6DF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从0到1</a:t>
            </a:r>
            <a:endParaRPr lang="en-US" sz="3800" dirty="0"/>
          </a:p>
          <a:p>
            <a:pPr algn="ctr"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构建一站式服务平台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项目工作法 · 完整方法论沉淀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特步 · 制造与物流园区一站式服务平台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6D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核心工作流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五个核心原则驱动项目全流程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文档驱动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先写文档，再写代码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原型验证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写代码前先验证方案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技能固化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重复劳动变成可复用流程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渐进交付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分模块、分阶段推进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版本对应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Git 提交记录文档和代码的对应关系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6D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项目全流程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731520"/>
          </a:xfrm>
          <a:prstGeom prst="roundRect">
            <a:avLst>
              <a:gd name="adj" fmla="val 750000"/>
            </a:avLst>
          </a:prstGeom>
          <a:solidFill>
            <a:srgbClr val="1E6DF2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需求文档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12344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BD5E1"/>
                </a:solidFill>
              </a:rPr>
              <a:t>↓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06040" y="1097280"/>
            <a:ext cx="1828800" cy="731520"/>
          </a:xfrm>
          <a:prstGeom prst="roundRect">
            <a:avLst>
              <a:gd name="adj" fmla="val 750000"/>
            </a:avLst>
          </a:prstGeom>
          <a:solidFill>
            <a:srgbClr val="1E6DF2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143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0604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架构设计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34840" y="12344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3756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BD5E1"/>
                </a:solidFill>
              </a:rPr>
              <a:t>↓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1828800" cy="731520"/>
          </a:xfrm>
          <a:prstGeom prst="roundRect">
            <a:avLst>
              <a:gd name="adj" fmla="val 750000"/>
            </a:avLst>
          </a:prstGeom>
          <a:solidFill>
            <a:srgbClr val="3B82F6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143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文档归类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12344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BD5E1"/>
                </a:solidFill>
              </a:rPr>
              <a:t>↓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903720" y="1097280"/>
            <a:ext cx="1828800" cy="731520"/>
          </a:xfrm>
          <a:prstGeom prst="roundRect">
            <a:avLst>
              <a:gd name="adj" fmla="val 75000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1143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0372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原型设计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3524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BD5E1"/>
                </a:solidFill>
              </a:rPr>
              <a:t>↓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63524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BD5E1"/>
                </a:solidFill>
              </a:rPr>
              <a:t>↓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57200" y="2560320"/>
            <a:ext cx="1828800" cy="731520"/>
          </a:xfrm>
          <a:prstGeom prst="roundRect">
            <a:avLst>
              <a:gd name="adj" fmla="val 750000"/>
            </a:avLst>
          </a:prstGeom>
          <a:solidFill>
            <a:srgbClr val="1D4ED8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原型验证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286000" y="26974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2606040" y="2560320"/>
            <a:ext cx="1828800" cy="731520"/>
          </a:xfrm>
          <a:prstGeom prst="roundRect">
            <a:avLst>
              <a:gd name="adj" fmla="val 750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60604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0604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Skills固化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34840" y="26974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754880" y="2560320"/>
            <a:ext cx="1828800" cy="731520"/>
          </a:xfrm>
          <a:prstGeom prst="roundRect">
            <a:avLst>
              <a:gd name="adj" fmla="val 750000"/>
            </a:avLst>
          </a:prstGeom>
          <a:solidFill>
            <a:srgbClr val="059669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5488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7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代码开发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83680" y="26974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903720" y="2560320"/>
            <a:ext cx="1828800" cy="731520"/>
          </a:xfrm>
          <a:prstGeom prst="roundRect">
            <a:avLst>
              <a:gd name="adj" fmla="val 750000"/>
            </a:avLst>
          </a:prstGeom>
          <a:solidFill>
            <a:srgbClr val="1F2937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90372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8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0372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Git提交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6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项目初始化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搭建标准化项目骨架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6D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项目初始化 — 产物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标准化模板一键生成，确保每个项目结构一致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70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CLAUDE.md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项目级 AI 指令，定义规范和工作流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67543"/>
            <a:ext cx="8046720" cy="470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README.md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项目简介和快速开始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37806"/>
            <a:ext cx="8046720" cy="470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.gitignore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忽略规则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508069"/>
            <a:ext cx="8046720" cy="470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.github/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CI/CD 流水线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978331"/>
            <a:ext cx="8046720" cy="470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.vscode/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编辑器配置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448594"/>
            <a:ext cx="8046720" cy="470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.claude/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AI 配置和 Skills 目录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918857"/>
            <a:ext cx="8046720" cy="470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docs/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文档目录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6D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为什么先做初始化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840480" cy="411480"/>
          </a:xfrm>
          <a:prstGeom prst="roundRect">
            <a:avLst>
              <a:gd name="adj" fmla="val 888889"/>
            </a:avLst>
          </a:prstGeom>
          <a:solidFill>
            <a:srgbClr val="FEE8E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混乱的做法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3840480" cy="411480"/>
          </a:xfrm>
          <a:prstGeom prst="roundRect">
            <a:avLst>
              <a:gd name="adj" fmla="val 888889"/>
            </a:avLst>
          </a:prstGeom>
          <a:solidFill>
            <a:srgbClr val="DCFCE7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914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好的做法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每个项目从零搭目录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团队/AI 不知道规范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 不同项目风格各异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标准化模板一键生成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CLAUDE.md 就是"宪法"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377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 .vscode/ + .github/ 统一配置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6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需求梳理与架构设计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将业务想法转化为结构化文档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6D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需求总纲 — requirements.md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所有后续工作的唯一依据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项目简介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一句话说清做什么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痛点分析，为什么做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可衡量的目标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选型依据和关键约束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分阶段目标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试点 → 推广 → 全覆盖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按模块列出功能清单+优先级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对接哪些外部系统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非功能需求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性能/安全/兼容性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变更记录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版本管理，可追溯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6D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架构设计 — architecture.md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分层架构：接入层 → 应用层 → 流程层 → 集成层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470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前端/后端/数据库/部署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67543"/>
            <a:ext cx="8046720" cy="470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系统架构图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分层架构：接入→应用→流程→集成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37806"/>
            <a:ext cx="8046720" cy="470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模块划分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模块职责和交互关系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508069"/>
            <a:ext cx="8046720" cy="470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架构决策的依据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978331"/>
            <a:ext cx="8046720" cy="470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主数据管理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数据来源和同步方式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448594"/>
            <a:ext cx="8046720" cy="470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决策记录 (ADR)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重大决策的背景和权衡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918857"/>
            <a:ext cx="8046720" cy="470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实施路线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时间线规划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6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文档归类管理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建立清晰的文档归类体系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6D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文档目录结构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按模块不按类型，README导航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01-蓝图方案/ — 原始蓝图、规划文档（只读归档）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02-业务需求/ — 按模块拆分（HR/行政/生产/通用）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03-原型方案/ — HTML可交互原型 + 说明文档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04-PRD/ — 产品需求文档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每个模块目录放 README.md 作为入口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6D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归类的核心要点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按模块不按类型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业务需求按「模块」分类，而非文件类型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 导航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每个模块目录放 README.md 作为入口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归类即整理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新文件立刻归类，不堆积到 docs/ 根目录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可自动化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用 organize-docs skill 自动扫描并建议归类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6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原型设计与验证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写代码之前，先用可交互原型验证方案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6D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原型设计方案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HTML 原型替代 Axure/Figma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三端合一 HTML 原型（手机 + PC + 管理门户）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手机端：mp-{模块名} 页面 + 底部导航切换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PC 端：pc-{模块名} 页面 + 左侧导航 data-pc 绑定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门户端：portal-{模块名} 页面 + data-portal 绑定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优点：浏览器直接运行，可 Git 提交做 diff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6D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原型验证流程 (validate-prototype)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自动化质量门禁，Axure/Figma 做不到的事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Step 1: 读取 HTML 原型文件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Step 2: 提取三类页面定义（m-page / pc-page / portal-page）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Step 3: 提取导航引用（mNav调用 / data-pc / data-portal / onclick函数）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Step 4: 逐项校验 — 目标是否存在? 函数是否定义? ID是否重复?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Step 5: 输出验证报告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6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 技能固化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将重复性工作流程编码为可复用的 Skill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6D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当前已沉淀的 Skills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先有流程，后有 Skill — 做一次，沉淀一次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init-project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项目脚手架一键生成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organize-docs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文档自动扫描归类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prototype-designer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原型方案 + PRD 生成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validate-prototype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HTML 原型断链自动检查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6D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设计原则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先做再沉淀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做过一次才知道流程对不对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步骤严格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用『不要跳过』约束 AI 行为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产出可预期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定义标准输出模板，每次格式一致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版本管理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Skill 文件纳入 Git，跟随项目演进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6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记忆系统与跨会话持久化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会话压缩后，关键上下文不会丢失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6D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记忆体系分类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.claude/projects/{hash}/memory/ 目录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用户角色、知识水平、偏好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feedback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用户纠正和确认（含原因）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项目目标、当前任务、决策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reference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外部系统位置、文档索引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6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提交与版本管理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每次变更对应一个提交，形成可追溯的演进历史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6D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提交规范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提交信息使用中文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格式：{动词}{名词} — {补充说明}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示例：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  · 初始化项目结构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  · 整理 docs/ 目录结构，按功能模块拆分业务需求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  · 新增 organize-docs skill 用于文档自动归类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8862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  · 人事通原型 V1.0 — 三端完整交互原型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6D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项目演进日志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次提交，从骨架到完整方法论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28c26d5  初始化项目结构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8aab796  补充项目背景、目标及功能模块需求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caf727a  添加项目级 Skills 目录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c4f5078  新增 prototype-designer skill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bca6fa4  按功能模块拆分业务需求为独立md文件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8f32386  新增 organize-docs skill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b494642  归类新文档，同步蓝图V0.5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c0ccd6e  人事通原型 V1.0 — 三端完整交互原型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 31dc9fe  新增项目工作法文档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6DF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总结：方法论地图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474720" cy="1005840"/>
          </a:xfrm>
          <a:prstGeom prst="roundRect">
            <a:avLst>
              <a:gd name="adj" fmla="val 727273"/>
            </a:avLst>
          </a:prstGeom>
          <a:solidFill>
            <a:srgbClr val="37415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087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554480" y="1508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先写文档立规矩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474720" cy="1005840"/>
          </a:xfrm>
          <a:prstGeom prst="roundRect">
            <a:avLst>
              <a:gd name="adj" fmla="val 727273"/>
            </a:avLst>
          </a:prstGeom>
          <a:solidFill>
            <a:srgbClr val="374151"/>
          </a:solidFill>
          <a:ln/>
        </p:spPr>
      </p:sp>
      <p:sp>
        <p:nvSpPr>
          <p:cNvPr id="8" name="Text 6"/>
          <p:cNvSpPr/>
          <p:nvPr/>
        </p:nvSpPr>
        <p:spPr>
          <a:xfrm>
            <a:off x="4983480" y="15087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669280" y="1508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再做原型快验证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3474720" cy="1005840"/>
          </a:xfrm>
          <a:prstGeom prst="roundRect">
            <a:avLst>
              <a:gd name="adj" fmla="val 727273"/>
            </a:avLst>
          </a:prstGeom>
          <a:solidFill>
            <a:srgbClr val="37415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8803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554480" y="2880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技能固化防走样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46320" y="2743200"/>
            <a:ext cx="3474720" cy="1005840"/>
          </a:xfrm>
          <a:prstGeom prst="roundRect">
            <a:avLst>
              <a:gd name="adj" fmla="val 727273"/>
            </a:avLst>
          </a:prstGeom>
          <a:solidFill>
            <a:srgbClr val="374151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28803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669280" y="28803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渐进交付控范围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6D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工具链一览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046720" cy="391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CLAUDE.md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项目规范和行为约束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59840"/>
            <a:ext cx="8046720" cy="391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requirements.md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需求总纲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51000"/>
            <a:ext cx="8046720" cy="391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architecture.md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架构设计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042160"/>
            <a:ext cx="8046720" cy="391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init-project skill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项目初始化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33320"/>
            <a:ext cx="8046720" cy="391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organize-docs skill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文档分类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824480"/>
            <a:ext cx="8046720" cy="391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prototype-designer skill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原型 + PRD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215640"/>
            <a:ext cx="8046720" cy="391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validate-prototype skill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原型验证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606800"/>
            <a:ext cx="8046720" cy="391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记忆系统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上下文持久化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997960"/>
            <a:ext cx="8046720" cy="391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D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+ GitHub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版本管理与 CI/CD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6DF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文档驱动 · 原型验证 · 技能固化 · 渐进交付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2026-05-14T12:26:32Z</dcterms:created>
  <dcterms:modified xsi:type="dcterms:W3CDTF">2026-05-14T12:26:32Z</dcterms:modified>
</cp:coreProperties>
</file>